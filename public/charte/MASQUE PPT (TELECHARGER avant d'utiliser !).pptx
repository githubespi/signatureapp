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  <p:sldMasterId id="2147483741" r:id="rId5"/>
    <p:sldMasterId id="2147483737" r:id="rId6"/>
    <p:sldMasterId id="2147483731" r:id="rId7"/>
    <p:sldMasterId id="2147483719" r:id="rId8"/>
  </p:sldMasterIdLst>
  <p:sldIdLst>
    <p:sldId id="257" r:id="rId9"/>
    <p:sldId id="259" r:id="rId10"/>
    <p:sldId id="258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76"/>
    <a:srgbClr val="FF7D97"/>
    <a:srgbClr val="3A5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A38AE-3BA3-5837-7862-CD2D874F4A45}" v="1" dt="2026-07-09T08:54:58.209"/>
    <p1510:client id="{77E71C72-EA0A-D49D-8C01-B0FA3E9C345A}" v="1" dt="2026-07-07T13:15:40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POVOA" userId="S::m.povoa@groupe-espi.fr::308a6851-8c83-41b8-9dc4-2db21d8c020b" providerId="AD" clId="Web-{022A38AE-3BA3-5837-7862-CD2D874F4A45}"/>
    <pc:docChg chg="addSld">
      <pc:chgData name="Marcos POVOA" userId="S::m.povoa@groupe-espi.fr::308a6851-8c83-41b8-9dc4-2db21d8c020b" providerId="AD" clId="Web-{022A38AE-3BA3-5837-7862-CD2D874F4A45}" dt="2026-07-09T08:54:58.209" v="0"/>
      <pc:docMkLst>
        <pc:docMk/>
      </pc:docMkLst>
      <pc:sldChg chg="new">
        <pc:chgData name="Marcos POVOA" userId="S::m.povoa@groupe-espi.fr::308a6851-8c83-41b8-9dc4-2db21d8c020b" providerId="AD" clId="Web-{022A38AE-3BA3-5837-7862-CD2D874F4A45}" dt="2026-07-09T08:54:58.209" v="0"/>
        <pc:sldMkLst>
          <pc:docMk/>
          <pc:sldMk cId="1473553423" sldId="259"/>
        </pc:sldMkLst>
      </pc:sldChg>
    </pc:docChg>
  </pc:docChgLst>
  <pc:docChgLst>
    <pc:chgData clId="Web-{77E71C72-EA0A-D49D-8C01-B0FA3E9C345A}"/>
    <pc:docChg chg="addSld">
      <pc:chgData name="" userId="" providerId="" clId="Web-{77E71C72-EA0A-D49D-8C01-B0FA3E9C345A}" dt="2026-07-07T13:15:40.678" v="0"/>
      <pc:docMkLst>
        <pc:docMk/>
      </pc:docMkLst>
      <pc:sldChg chg="new">
        <pc:chgData name="" userId="" providerId="" clId="Web-{77E71C72-EA0A-D49D-8C01-B0FA3E9C345A}" dt="2026-07-07T13:15:40.678" v="0"/>
        <pc:sldMkLst>
          <pc:docMk/>
          <pc:sldMk cId="2155655354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0879CF16-4CD5-091C-8615-728BF6920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486" y="4354286"/>
            <a:ext cx="10860314" cy="104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Ici le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7CAF429-0F69-9C10-3520-DD8575F881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486" y="5718629"/>
            <a:ext cx="10860314" cy="653142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46982CBE-9BC2-3F12-5DAB-E39712F7CE09}"/>
              </a:ext>
            </a:extLst>
          </p:cNvPr>
          <p:cNvSpPr/>
          <p:nvPr userDrawn="1"/>
        </p:nvSpPr>
        <p:spPr>
          <a:xfrm>
            <a:off x="493486" y="5399313"/>
            <a:ext cx="1059543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F05F9C7-3AB0-6C11-2DD1-72CFFCE8DB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6" y="239533"/>
            <a:ext cx="3679450" cy="15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A73C9-5A7D-AEE6-1CDC-566AE886AD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114" y="2484210"/>
            <a:ext cx="1135744" cy="825047"/>
          </a:xfrm>
          <a:prstGeom prst="rect">
            <a:avLst/>
          </a:prstGeom>
        </p:spPr>
        <p:txBody>
          <a:bodyPr/>
          <a:lstStyle>
            <a:lvl1pPr>
              <a:defRPr sz="6000" i="1">
                <a:solidFill>
                  <a:srgbClr val="FF7D97"/>
                </a:solidFill>
                <a:latin typeface="PT Serif" panose="020A0603040505020204" pitchFamily="18" charset="0"/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9184588-0132-E86C-611E-C1813022A1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114" y="4720771"/>
            <a:ext cx="10961915" cy="609600"/>
          </a:xfrm>
          <a:prstGeom prst="rect">
            <a:avLst/>
          </a:prstGeom>
        </p:spPr>
        <p:txBody>
          <a:bodyPr/>
          <a:lstStyle>
            <a:lvl1pPr>
              <a:buNone/>
              <a:defRPr sz="1800" i="1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67669C8-8CBA-62BE-D32C-69398F7D2F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1114" y="3548744"/>
            <a:ext cx="11033125" cy="1044575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 de section</a:t>
            </a:r>
          </a:p>
        </p:txBody>
      </p:sp>
    </p:spTree>
    <p:extLst>
      <p:ext uri="{BB962C8B-B14F-4D97-AF65-F5344CB8AC3E}">
        <p14:creationId xmlns:p14="http://schemas.microsoft.com/office/powerpoint/2010/main" val="256741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87A819A4-C903-3784-C082-D8E841D00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04D6B6F-4D50-83B7-B24A-C9549DE31A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74170"/>
            <a:ext cx="10515600" cy="4397601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F028D4-3BE4-CBEA-AD2D-AC1C19D03A21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99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0A09D167-32BD-9C8D-AC77-AC8F6F65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57375"/>
            <a:ext cx="5183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C9D2C584-D2F5-0E2F-CBBB-B7DD9A6DD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FC4850CB-70EE-3835-95B7-EBB65F943D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612" y="1857375"/>
            <a:ext cx="4987926" cy="4672013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2945D8A-5B11-7AFF-E55E-8637EF909FB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07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763CBA93-6CBB-02DA-C70A-15E745F6F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857375"/>
            <a:ext cx="10517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740D0E62-2661-5DD5-1D69-07074252D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0BA9E26-EC21-B0E5-E545-BCD1D7932EA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77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B1C749F-B384-4306-2E38-94DD1D4CB0D4}"/>
              </a:ext>
            </a:extLst>
          </p:cNvPr>
          <p:cNvSpPr/>
          <p:nvPr userDrawn="1"/>
        </p:nvSpPr>
        <p:spPr>
          <a:xfrm>
            <a:off x="605972" y="2436899"/>
            <a:ext cx="61685" cy="1480458"/>
          </a:xfrm>
          <a:prstGeom prst="rect">
            <a:avLst/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060347B0-A99C-01DB-84DB-D366A0402F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1143" y="4180114"/>
            <a:ext cx="2501674" cy="46445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- Ici l’auteur - fonction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146B32-137B-82E5-12EC-17AC3DE984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428" y="2618328"/>
            <a:ext cx="10769600" cy="148045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Ici la citation, avec un mot ou deux en accent avec la police </a:t>
            </a:r>
            <a:r>
              <a:rPr lang="fr-FR" err="1"/>
              <a:t>Commissioner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39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2C337F5-64CC-3761-DC1F-43FAE97ADB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76" y="1910115"/>
            <a:ext cx="2282447" cy="30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7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0879CF16-4CD5-091C-8615-728BF6920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486" y="4354286"/>
            <a:ext cx="10860314" cy="104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Ici le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7CAF429-0F69-9C10-3520-DD8575F881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486" y="5718629"/>
            <a:ext cx="10860314" cy="653142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46982CBE-9BC2-3F12-5DAB-E39712F7CE09}"/>
              </a:ext>
            </a:extLst>
          </p:cNvPr>
          <p:cNvSpPr/>
          <p:nvPr userDrawn="1"/>
        </p:nvSpPr>
        <p:spPr>
          <a:xfrm>
            <a:off x="493486" y="5399313"/>
            <a:ext cx="1059543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CA8F0C-8E67-AA8F-4B15-51BCA93B9B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5" y="239532"/>
            <a:ext cx="3679451" cy="15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5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A73C9-5A7D-AEE6-1CDC-566AE886AD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114" y="2484210"/>
            <a:ext cx="1135744" cy="825047"/>
          </a:xfrm>
          <a:prstGeom prst="rect">
            <a:avLst/>
          </a:prstGeom>
        </p:spPr>
        <p:txBody>
          <a:bodyPr/>
          <a:lstStyle>
            <a:lvl1pPr>
              <a:defRPr sz="6000" i="1">
                <a:solidFill>
                  <a:srgbClr val="FF7D97"/>
                </a:solidFill>
                <a:latin typeface="PT Serif" panose="020A0603040505020204" pitchFamily="18" charset="0"/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9184588-0132-E86C-611E-C1813022A1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114" y="4720771"/>
            <a:ext cx="10961915" cy="609600"/>
          </a:xfrm>
          <a:prstGeom prst="rect">
            <a:avLst/>
          </a:prstGeom>
        </p:spPr>
        <p:txBody>
          <a:bodyPr/>
          <a:lstStyle>
            <a:lvl1pPr>
              <a:buNone/>
              <a:defRPr sz="1800" i="1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67669C8-8CBA-62BE-D32C-69398F7D2F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1114" y="3548744"/>
            <a:ext cx="11033125" cy="1044575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 de section</a:t>
            </a:r>
          </a:p>
        </p:txBody>
      </p:sp>
    </p:spTree>
    <p:extLst>
      <p:ext uri="{BB962C8B-B14F-4D97-AF65-F5344CB8AC3E}">
        <p14:creationId xmlns:p14="http://schemas.microsoft.com/office/powerpoint/2010/main" val="34717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87A819A4-C903-3784-C082-D8E841D00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04D6B6F-4D50-83B7-B24A-C9549DE31A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74170"/>
            <a:ext cx="10515600" cy="4397601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F028D4-3BE4-CBEA-AD2D-AC1C19D03A21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24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0A09D167-32BD-9C8D-AC77-AC8F6F65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57375"/>
            <a:ext cx="5183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C9D2C584-D2F5-0E2F-CBBB-B7DD9A6DD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FC4850CB-70EE-3835-95B7-EBB65F943D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612" y="1857375"/>
            <a:ext cx="4987926" cy="4672013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2945D8A-5B11-7AFF-E55E-8637EF909FB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201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763CBA93-6CBB-02DA-C70A-15E745F6F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857375"/>
            <a:ext cx="10517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740D0E62-2661-5DD5-1D69-07074252D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0BA9E26-EC21-B0E5-E545-BCD1D7932EA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2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B1C749F-B384-4306-2E38-94DD1D4CB0D4}"/>
              </a:ext>
            </a:extLst>
          </p:cNvPr>
          <p:cNvSpPr/>
          <p:nvPr userDrawn="1"/>
        </p:nvSpPr>
        <p:spPr>
          <a:xfrm>
            <a:off x="605972" y="2436899"/>
            <a:ext cx="61685" cy="1480458"/>
          </a:xfrm>
          <a:prstGeom prst="rect">
            <a:avLst/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060347B0-A99C-01DB-84DB-D366A0402F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1143" y="4180114"/>
            <a:ext cx="2501674" cy="46445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004976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- Ici l’auteur - fonction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146B32-137B-82E5-12EC-17AC3DE984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428" y="2618328"/>
            <a:ext cx="10769600" cy="148045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Ici la citation, avec un mot ou deux en accent avec la police </a:t>
            </a:r>
            <a:r>
              <a:rPr lang="fr-FR" err="1"/>
              <a:t>Commissioner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70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79843A1-983B-ADDF-7287-CDC8F9578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76" y="1910115"/>
            <a:ext cx="2282447" cy="30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57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0879CF16-4CD5-091C-8615-728BF6920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486" y="4354286"/>
            <a:ext cx="10860314" cy="104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Ici le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7CAF429-0F69-9C10-3520-DD8575F881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486" y="5718629"/>
            <a:ext cx="10860314" cy="653142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46982CBE-9BC2-3F12-5DAB-E39712F7CE09}"/>
              </a:ext>
            </a:extLst>
          </p:cNvPr>
          <p:cNvSpPr/>
          <p:nvPr userDrawn="1"/>
        </p:nvSpPr>
        <p:spPr>
          <a:xfrm>
            <a:off x="493486" y="5399313"/>
            <a:ext cx="1059543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C7881D-516B-AB26-968C-1F20ED035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5" y="239532"/>
            <a:ext cx="3679451" cy="15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A73C9-5A7D-AEE6-1CDC-566AE886AD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114" y="2484210"/>
            <a:ext cx="1135744" cy="825047"/>
          </a:xfrm>
          <a:prstGeom prst="rect">
            <a:avLst/>
          </a:prstGeom>
        </p:spPr>
        <p:txBody>
          <a:bodyPr/>
          <a:lstStyle>
            <a:lvl1pPr>
              <a:defRPr sz="6000" i="1">
                <a:solidFill>
                  <a:srgbClr val="FF7D97"/>
                </a:solidFill>
                <a:latin typeface="PT Serif" panose="020A0603040505020204" pitchFamily="18" charset="0"/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9184588-0132-E86C-611E-C1813022A1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114" y="4720771"/>
            <a:ext cx="10961915" cy="609600"/>
          </a:xfrm>
          <a:prstGeom prst="rect">
            <a:avLst/>
          </a:prstGeom>
        </p:spPr>
        <p:txBody>
          <a:bodyPr/>
          <a:lstStyle>
            <a:lvl1pPr>
              <a:buNone/>
              <a:defRPr sz="1800" i="1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67669C8-8CBA-62BE-D32C-69398F7D2F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1114" y="3548744"/>
            <a:ext cx="11033125" cy="1044575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 de section</a:t>
            </a:r>
          </a:p>
        </p:txBody>
      </p:sp>
    </p:spTree>
    <p:extLst>
      <p:ext uri="{BB962C8B-B14F-4D97-AF65-F5344CB8AC3E}">
        <p14:creationId xmlns:p14="http://schemas.microsoft.com/office/powerpoint/2010/main" val="2895839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87A819A4-C903-3784-C082-D8E841D00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04D6B6F-4D50-83B7-B24A-C9549DE31A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74170"/>
            <a:ext cx="10515600" cy="4397601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F028D4-3BE4-CBEA-AD2D-AC1C19D03A21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113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0A09D167-32BD-9C8D-AC77-AC8F6F65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57375"/>
            <a:ext cx="5183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C9D2C584-D2F5-0E2F-CBBB-B7DD9A6DD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FC4850CB-70EE-3835-95B7-EBB65F943D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612" y="1857375"/>
            <a:ext cx="4987926" cy="4672013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2945D8A-5B11-7AFF-E55E-8637EF909FB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472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763CBA93-6CBB-02DA-C70A-15E745F6F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857375"/>
            <a:ext cx="10517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740D0E62-2661-5DD5-1D69-07074252D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24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0BA9E26-EC21-B0E5-E545-BCD1D7932EAB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756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B1C749F-B384-4306-2E38-94DD1D4CB0D4}"/>
              </a:ext>
            </a:extLst>
          </p:cNvPr>
          <p:cNvSpPr/>
          <p:nvPr userDrawn="1"/>
        </p:nvSpPr>
        <p:spPr>
          <a:xfrm>
            <a:off x="605972" y="2436899"/>
            <a:ext cx="61685" cy="1480458"/>
          </a:xfrm>
          <a:prstGeom prst="rect">
            <a:avLst/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060347B0-A99C-01DB-84DB-D366A0402F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1143" y="4180114"/>
            <a:ext cx="2501674" cy="46445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004976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- Ici l’auteur - fonction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146B32-137B-82E5-12EC-17AC3DE984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428" y="2618328"/>
            <a:ext cx="10769600" cy="148045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Ici la citation, avec un mot ou deux en accent avec la police </a:t>
            </a:r>
            <a:r>
              <a:rPr lang="fr-FR" err="1"/>
              <a:t>Commissioner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346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s et intert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1694E577-3DAE-09C8-3E93-AA33B8A8DE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534669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100"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LA RUBRIQUE</a:t>
            </a:r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70F94B06-8BD5-C95F-CBF2-DF4C93EBD4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00" y="950594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2400" b="1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titre.</a:t>
            </a:r>
          </a:p>
        </p:txBody>
      </p:sp>
      <p:sp>
        <p:nvSpPr>
          <p:cNvPr id="44" name="Espace réservé du texte 41">
            <a:extLst>
              <a:ext uri="{FF2B5EF4-FFF2-40B4-BE49-F238E27FC236}">
                <a16:creationId xmlns:a16="http://schemas.microsoft.com/office/drawing/2014/main" id="{B505902F-DC77-8A58-B942-BB7985E25F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2463800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l’intertitre</a:t>
            </a:r>
          </a:p>
        </p:txBody>
      </p:sp>
      <p:sp>
        <p:nvSpPr>
          <p:cNvPr id="45" name="Espace réservé du texte 41">
            <a:extLst>
              <a:ext uri="{FF2B5EF4-FFF2-40B4-BE49-F238E27FC236}">
                <a16:creationId xmlns:a16="http://schemas.microsoft.com/office/drawing/2014/main" id="{FB444A27-8595-8502-8A53-ABC263E59B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1500" y="2463800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l’intertitre</a:t>
            </a:r>
          </a:p>
        </p:txBody>
      </p:sp>
      <p:sp>
        <p:nvSpPr>
          <p:cNvPr id="46" name="Espace réservé du texte 41">
            <a:extLst>
              <a:ext uri="{FF2B5EF4-FFF2-40B4-BE49-F238E27FC236}">
                <a16:creationId xmlns:a16="http://schemas.microsoft.com/office/drawing/2014/main" id="{FAE14AA8-A495-2FF4-0987-7A6DD608E9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0" y="2463800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l’intertitre</a:t>
            </a:r>
          </a:p>
        </p:txBody>
      </p:sp>
      <p:sp>
        <p:nvSpPr>
          <p:cNvPr id="47" name="Espace réservé du texte 41">
            <a:extLst>
              <a:ext uri="{FF2B5EF4-FFF2-40B4-BE49-F238E27FC236}">
                <a16:creationId xmlns:a16="http://schemas.microsoft.com/office/drawing/2014/main" id="{79E00648-AFA8-F1C5-658A-958B11903B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870201"/>
            <a:ext cx="26543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texte du descriptif du bloc</a:t>
            </a:r>
          </a:p>
        </p:txBody>
      </p:sp>
      <p:sp>
        <p:nvSpPr>
          <p:cNvPr id="48" name="Espace réservé du texte 41">
            <a:extLst>
              <a:ext uri="{FF2B5EF4-FFF2-40B4-BE49-F238E27FC236}">
                <a16:creationId xmlns:a16="http://schemas.microsoft.com/office/drawing/2014/main" id="{CCE50BBC-78B3-887C-1197-ABEF262096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1500" y="2921001"/>
            <a:ext cx="26543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texte du descriptif du bloc</a:t>
            </a:r>
          </a:p>
        </p:txBody>
      </p:sp>
      <p:sp>
        <p:nvSpPr>
          <p:cNvPr id="49" name="Espace réservé du texte 41">
            <a:extLst>
              <a:ext uri="{FF2B5EF4-FFF2-40B4-BE49-F238E27FC236}">
                <a16:creationId xmlns:a16="http://schemas.microsoft.com/office/drawing/2014/main" id="{29EC8C8D-0CDA-08D9-C8BF-33F4E7414C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18500" y="2921001"/>
            <a:ext cx="26543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texte du descriptif du bloc</a:t>
            </a:r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37EF2CBA-C603-77AD-C0A9-DB3EEBE00B7F}"/>
              </a:ext>
            </a:extLst>
          </p:cNvPr>
          <p:cNvSpPr/>
          <p:nvPr userDrawn="1"/>
        </p:nvSpPr>
        <p:spPr>
          <a:xfrm>
            <a:off x="736600" y="1483359"/>
            <a:ext cx="482600" cy="45719"/>
          </a:xfrm>
          <a:prstGeom prst="roundRect">
            <a:avLst>
              <a:gd name="adj" fmla="val 50000"/>
            </a:avLst>
          </a:prstGeom>
          <a:solidFill>
            <a:srgbClr val="0049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C842FAA5-4E36-15DD-044A-DAAF5F93759D}"/>
              </a:ext>
            </a:extLst>
          </p:cNvPr>
          <p:cNvSpPr/>
          <p:nvPr userDrawn="1"/>
        </p:nvSpPr>
        <p:spPr>
          <a:xfrm flipV="1">
            <a:off x="749300" y="1883725"/>
            <a:ext cx="3390900" cy="45719"/>
          </a:xfrm>
          <a:prstGeom prst="rect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FA53B8C7-85AC-E5B7-6EA7-4C09DE149BA1}"/>
              </a:ext>
            </a:extLst>
          </p:cNvPr>
          <p:cNvSpPr/>
          <p:nvPr userDrawn="1"/>
        </p:nvSpPr>
        <p:spPr>
          <a:xfrm flipV="1">
            <a:off x="4679950" y="1878330"/>
            <a:ext cx="3390900" cy="45719"/>
          </a:xfrm>
          <a:prstGeom prst="rect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85C48C80-A7F7-2CAE-3F30-11BE58E5389F}"/>
              </a:ext>
            </a:extLst>
          </p:cNvPr>
          <p:cNvSpPr/>
          <p:nvPr userDrawn="1"/>
        </p:nvSpPr>
        <p:spPr>
          <a:xfrm flipV="1">
            <a:off x="8623300" y="1878329"/>
            <a:ext cx="3390900" cy="45719"/>
          </a:xfrm>
          <a:prstGeom prst="rect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Espace réservé du texte 41">
            <a:extLst>
              <a:ext uri="{FF2B5EF4-FFF2-40B4-BE49-F238E27FC236}">
                <a16:creationId xmlns:a16="http://schemas.microsoft.com/office/drawing/2014/main" id="{90F6E475-C83C-FA16-97DD-B6EABDBE93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2106609"/>
            <a:ext cx="812800" cy="204787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56" name="Espace réservé du texte 41">
            <a:extLst>
              <a:ext uri="{FF2B5EF4-FFF2-40B4-BE49-F238E27FC236}">
                <a16:creationId xmlns:a16="http://schemas.microsoft.com/office/drawing/2014/main" id="{C40C49A7-D398-8235-13F8-66B1C4A2B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6450" y="2094224"/>
            <a:ext cx="812800" cy="204787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57" name="Espace réservé du texte 41">
            <a:extLst>
              <a:ext uri="{FF2B5EF4-FFF2-40B4-BE49-F238E27FC236}">
                <a16:creationId xmlns:a16="http://schemas.microsoft.com/office/drawing/2014/main" id="{CC48258B-0467-5944-DE7E-59CB6CBB8E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47100" y="2094223"/>
            <a:ext cx="812800" cy="204787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rgbClr val="004976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287A9E7-91CC-B5F6-322F-27AEDDC7A2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3660" y="137633"/>
            <a:ext cx="1220279" cy="5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077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chiff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41">
            <a:extLst>
              <a:ext uri="{FF2B5EF4-FFF2-40B4-BE49-F238E27FC236}">
                <a16:creationId xmlns:a16="http://schemas.microsoft.com/office/drawing/2014/main" id="{41CB8559-D0DC-CEE3-8386-4758FF92E6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534669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1100" b="1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LA RUBRIQUE</a:t>
            </a:r>
          </a:p>
        </p:txBody>
      </p:sp>
      <p:sp>
        <p:nvSpPr>
          <p:cNvPr id="8" name="Espace réservé du texte 41">
            <a:extLst>
              <a:ext uri="{FF2B5EF4-FFF2-40B4-BE49-F238E27FC236}">
                <a16:creationId xmlns:a16="http://schemas.microsoft.com/office/drawing/2014/main" id="{17A5AACB-C761-FA30-7A60-D4B5787F4E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00" y="950594"/>
            <a:ext cx="2971800" cy="419100"/>
          </a:xfrm>
          <a:prstGeom prst="rect">
            <a:avLst/>
          </a:prstGeom>
        </p:spPr>
        <p:txBody>
          <a:bodyPr/>
          <a:lstStyle>
            <a:lvl1pPr>
              <a:buNone/>
              <a:defRPr sz="2400" b="1"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DD1A4-36B8-CA7E-1734-EA3ED67FC443}"/>
              </a:ext>
            </a:extLst>
          </p:cNvPr>
          <p:cNvSpPr/>
          <p:nvPr userDrawn="1"/>
        </p:nvSpPr>
        <p:spPr>
          <a:xfrm>
            <a:off x="266700" y="4699000"/>
            <a:ext cx="2641600" cy="1422400"/>
          </a:xfrm>
          <a:prstGeom prst="rect">
            <a:avLst/>
          </a:prstGeom>
          <a:ln>
            <a:solidFill>
              <a:srgbClr val="00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90525-5D07-3D08-4EDF-EB68B41D3D3B}"/>
              </a:ext>
            </a:extLst>
          </p:cNvPr>
          <p:cNvSpPr/>
          <p:nvPr userDrawn="1"/>
        </p:nvSpPr>
        <p:spPr>
          <a:xfrm>
            <a:off x="3238500" y="4699000"/>
            <a:ext cx="2641600" cy="1422400"/>
          </a:xfrm>
          <a:prstGeom prst="rect">
            <a:avLst/>
          </a:prstGeom>
          <a:ln>
            <a:solidFill>
              <a:srgbClr val="00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63B4EA-6BDF-B40E-EB31-AD59C414B70C}"/>
              </a:ext>
            </a:extLst>
          </p:cNvPr>
          <p:cNvSpPr/>
          <p:nvPr userDrawn="1"/>
        </p:nvSpPr>
        <p:spPr>
          <a:xfrm>
            <a:off x="6210300" y="4699000"/>
            <a:ext cx="2641600" cy="1422400"/>
          </a:xfrm>
          <a:prstGeom prst="rect">
            <a:avLst/>
          </a:prstGeom>
          <a:ln>
            <a:solidFill>
              <a:srgbClr val="00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01BB8-9FD3-7AC0-CF86-4D9DEE2E6242}"/>
              </a:ext>
            </a:extLst>
          </p:cNvPr>
          <p:cNvSpPr/>
          <p:nvPr userDrawn="1"/>
        </p:nvSpPr>
        <p:spPr>
          <a:xfrm>
            <a:off x="9182100" y="4699000"/>
            <a:ext cx="2641600" cy="1422400"/>
          </a:xfrm>
          <a:prstGeom prst="rect">
            <a:avLst/>
          </a:prstGeom>
          <a:ln>
            <a:solidFill>
              <a:srgbClr val="00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39DE186C-C4EF-1751-AA6B-A87917014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4914900"/>
            <a:ext cx="179070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000</a:t>
            </a:r>
          </a:p>
        </p:txBody>
      </p: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105EC407-F013-B585-4434-3E74BF657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5650231"/>
            <a:ext cx="2184400" cy="257175"/>
          </a:xfrm>
          <a:prstGeom prst="rect">
            <a:avLst/>
          </a:prstGeom>
        </p:spPr>
        <p:txBody>
          <a:bodyPr/>
          <a:lstStyle>
            <a:lvl1pPr>
              <a:buNone/>
              <a:defRPr sz="12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INTITULÉ DU CHIFFRE</a:t>
            </a:r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4295FE6F-BF4D-1840-B1C4-E33BB9A6A2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0900" y="4914900"/>
            <a:ext cx="179070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000</a:t>
            </a:r>
          </a:p>
        </p:txBody>
      </p:sp>
      <p:sp>
        <p:nvSpPr>
          <p:cNvPr id="18" name="Espace réservé du texte 14">
            <a:extLst>
              <a:ext uri="{FF2B5EF4-FFF2-40B4-BE49-F238E27FC236}">
                <a16:creationId xmlns:a16="http://schemas.microsoft.com/office/drawing/2014/main" id="{87C95715-5F12-7CB6-5C3F-97E0236DFC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0900" y="5650231"/>
            <a:ext cx="2184400" cy="257175"/>
          </a:xfrm>
          <a:prstGeom prst="rect">
            <a:avLst/>
          </a:prstGeom>
        </p:spPr>
        <p:txBody>
          <a:bodyPr/>
          <a:lstStyle>
            <a:lvl1pPr>
              <a:buNone/>
              <a:defRPr sz="12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INTITULÉ DU CHIFFRE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EDD3333D-333A-63F3-6FF2-0F1F633CEA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400" y="4914900"/>
            <a:ext cx="179070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000</a:t>
            </a:r>
          </a:p>
        </p:txBody>
      </p:sp>
      <p:sp>
        <p:nvSpPr>
          <p:cNvPr id="22" name="Espace réservé du texte 14">
            <a:extLst>
              <a:ext uri="{FF2B5EF4-FFF2-40B4-BE49-F238E27FC236}">
                <a16:creationId xmlns:a16="http://schemas.microsoft.com/office/drawing/2014/main" id="{D114B5DB-5CB3-B644-EB7B-6C055CB800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5400" y="5650231"/>
            <a:ext cx="2184400" cy="257175"/>
          </a:xfrm>
          <a:prstGeom prst="rect">
            <a:avLst/>
          </a:prstGeom>
        </p:spPr>
        <p:txBody>
          <a:bodyPr/>
          <a:lstStyle>
            <a:lvl1pPr>
              <a:buNone/>
              <a:defRPr sz="12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INTITULÉ DU CHIFFRE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AEC3891D-7F33-E50E-6994-21291A419D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34500" y="4914900"/>
            <a:ext cx="179070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000</a:t>
            </a: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10DF2E0C-0941-C366-AC73-0F12FE0BB8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34500" y="5650231"/>
            <a:ext cx="2184400" cy="257175"/>
          </a:xfrm>
          <a:prstGeom prst="rect">
            <a:avLst/>
          </a:prstGeom>
        </p:spPr>
        <p:txBody>
          <a:bodyPr/>
          <a:lstStyle>
            <a:lvl1pPr>
              <a:buNone/>
              <a:defRPr sz="12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INTITULÉ DU CHIFFRE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3AFA94E-78A1-BE9B-D152-056073099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3660" y="137633"/>
            <a:ext cx="1220279" cy="5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65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7939F9E9-0DAC-D144-842E-B06C9FCC1DA8}"/>
              </a:ext>
            </a:extLst>
          </p:cNvPr>
          <p:cNvSpPr txBox="1">
            <a:spLocks/>
          </p:cNvSpPr>
          <p:nvPr userDrawn="1"/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Commissioner" pitchFamily="2" charset="0"/>
                <a:ea typeface="+mj-ea"/>
                <a:cs typeface="+mj-cs"/>
              </a:defRPr>
            </a:lvl1pPr>
          </a:lstStyle>
          <a:p>
            <a:r>
              <a:rPr lang="fr-FR">
                <a:solidFill>
                  <a:srgbClr val="004976"/>
                </a:solidFill>
              </a:rPr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FD11E53-B948-6B05-3D16-79B5806EE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74170"/>
            <a:ext cx="10515600" cy="4397601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004976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texte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FF557E4-BD79-A980-819F-E14D3C3208E6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130BD0A-5A51-96A3-B773-538884E0E0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3660" y="137633"/>
            <a:ext cx="1220279" cy="5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027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79843A1-983B-ADDF-7287-CDC8F9578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76" y="1910115"/>
            <a:ext cx="2282447" cy="30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69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2BC0A4D3-D5F4-D255-7A75-73C979D29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486" y="4354286"/>
            <a:ext cx="10860314" cy="104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Ici le titre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4B8050F-F36A-0D7A-B944-C653392389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486" y="5718629"/>
            <a:ext cx="10860314" cy="653142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5884D1A-8C8F-99F1-6CD7-33F680ECD315}"/>
              </a:ext>
            </a:extLst>
          </p:cNvPr>
          <p:cNvSpPr/>
          <p:nvPr userDrawn="1"/>
        </p:nvSpPr>
        <p:spPr>
          <a:xfrm>
            <a:off x="493486" y="5399313"/>
            <a:ext cx="1059543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BEFE1D7-8E00-0D80-37E5-32AF5565C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6" y="239533"/>
            <a:ext cx="3679450" cy="15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82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8783D455-F808-7C88-7FAE-C22CB98B7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114" y="2484210"/>
            <a:ext cx="1135744" cy="825047"/>
          </a:xfrm>
          <a:prstGeom prst="rect">
            <a:avLst/>
          </a:prstGeom>
        </p:spPr>
        <p:txBody>
          <a:bodyPr/>
          <a:lstStyle>
            <a:lvl1pPr>
              <a:defRPr sz="6000" i="1">
                <a:solidFill>
                  <a:srgbClr val="FF7D97"/>
                </a:solidFill>
                <a:latin typeface="PT Serif" panose="020A0603040505020204" pitchFamily="18" charset="0"/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4FF5B1FA-21EE-2897-5F01-AB730875AB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114" y="4720771"/>
            <a:ext cx="10961915" cy="609600"/>
          </a:xfrm>
          <a:prstGeom prst="rect">
            <a:avLst/>
          </a:prstGeom>
        </p:spPr>
        <p:txBody>
          <a:bodyPr/>
          <a:lstStyle>
            <a:lvl1pPr>
              <a:buNone/>
              <a:defRPr sz="1800" i="1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lvl="0"/>
            <a:r>
              <a:rPr lang="fr-FR"/>
              <a:t>Ici le sous-titre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79329B2-A0D9-B42A-5854-822FB57D65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1114" y="3548744"/>
            <a:ext cx="11033125" cy="1044575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Ici le titre de section</a:t>
            </a:r>
          </a:p>
        </p:txBody>
      </p:sp>
    </p:spTree>
    <p:extLst>
      <p:ext uri="{BB962C8B-B14F-4D97-AF65-F5344CB8AC3E}">
        <p14:creationId xmlns:p14="http://schemas.microsoft.com/office/powerpoint/2010/main" val="2551984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3F14BBCA-D43A-D299-D881-2AB604F79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A8D50A8-3838-43AE-BB49-B263EC0AA2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74170"/>
            <a:ext cx="10515600" cy="4397601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6F27467-F2BA-B402-BC3C-3286D22371EA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0330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élé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F0D77199-DDC5-31AC-00B5-1D0CC5317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57375"/>
            <a:ext cx="5183188" cy="467263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4976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8E470E2C-4047-0C7F-F475-E47C831AD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612" y="1857375"/>
            <a:ext cx="4987926" cy="4672013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E0228EE-28B4-FA12-6B6B-CD5062734BF4}"/>
              </a:ext>
            </a:extLst>
          </p:cNvPr>
          <p:cNvSpPr/>
          <p:nvPr userDrawn="1"/>
        </p:nvSpPr>
        <p:spPr>
          <a:xfrm>
            <a:off x="1045029" y="1391194"/>
            <a:ext cx="1494971" cy="45719"/>
          </a:xfrm>
          <a:prstGeom prst="roundRect">
            <a:avLst>
              <a:gd name="adj" fmla="val 50000"/>
            </a:avLst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A8C83494-B0A1-891D-F8F9-DB6F60869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Commissioner" pitchFamily="2" charset="0"/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6350761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D595ACD-492D-7E33-367A-137A75D7AD36}"/>
              </a:ext>
            </a:extLst>
          </p:cNvPr>
          <p:cNvSpPr/>
          <p:nvPr userDrawn="1"/>
        </p:nvSpPr>
        <p:spPr>
          <a:xfrm>
            <a:off x="605972" y="2436899"/>
            <a:ext cx="61685" cy="1480458"/>
          </a:xfrm>
          <a:prstGeom prst="rect">
            <a:avLst/>
          </a:prstGeom>
          <a:solidFill>
            <a:srgbClr val="FF7D9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CAE3C557-36E1-D9FF-ED00-BA11955A82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1143" y="4180114"/>
            <a:ext cx="2501674" cy="46445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Commissioner" pitchFamily="2" charset="0"/>
              </a:defRPr>
            </a:lvl1pPr>
            <a:lvl2pPr>
              <a:defRPr sz="2400">
                <a:latin typeface="Commissioner" pitchFamily="2" charset="0"/>
              </a:defRPr>
            </a:lvl2pPr>
            <a:lvl3pPr>
              <a:defRPr sz="2400">
                <a:latin typeface="Commissioner" pitchFamily="2" charset="0"/>
              </a:defRPr>
            </a:lvl3pPr>
            <a:lvl4pPr>
              <a:defRPr sz="2400">
                <a:latin typeface="Commissioner" pitchFamily="2" charset="0"/>
              </a:defRPr>
            </a:lvl4pPr>
            <a:lvl5pPr>
              <a:defRPr sz="2400">
                <a:latin typeface="Commissioner" pitchFamily="2" charset="0"/>
              </a:defRPr>
            </a:lvl5pPr>
          </a:lstStyle>
          <a:p>
            <a:pPr lvl="0"/>
            <a:r>
              <a:rPr lang="fr-FR"/>
              <a:t>- Ici l’auteur - fonction</a:t>
            </a:r>
          </a:p>
        </p:txBody>
      </p:sp>
      <p:sp>
        <p:nvSpPr>
          <p:cNvPr id="5" name="Espace réservé du texte 8">
            <a:extLst>
              <a:ext uri="{FF2B5EF4-FFF2-40B4-BE49-F238E27FC236}">
                <a16:creationId xmlns:a16="http://schemas.microsoft.com/office/drawing/2014/main" id="{6C6D07E7-DF8B-C8D6-B83F-BAD5CF744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428" y="2618328"/>
            <a:ext cx="10769600" cy="148045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  <a:latin typeface="PT Serif" panose="020A0603040505020204" pitchFamily="18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Ici la citation, avec un mot ou deux en accent avec la police </a:t>
            </a:r>
            <a:r>
              <a:rPr lang="fr-FR" err="1"/>
              <a:t>Commissioner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238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112BBAB-371C-926E-5D4F-3F4399775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76" y="1910115"/>
            <a:ext cx="2282447" cy="30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3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1E05F87-ED5E-8F60-2A3C-8BDE3DF62397}"/>
              </a:ext>
            </a:extLst>
          </p:cNvPr>
          <p:cNvSpPr/>
          <p:nvPr userDrawn="1"/>
        </p:nvSpPr>
        <p:spPr>
          <a:xfrm>
            <a:off x="-12318" y="0"/>
            <a:ext cx="12204318" cy="6858000"/>
          </a:xfrm>
          <a:prstGeom prst="rect">
            <a:avLst/>
          </a:prstGeom>
          <a:gradFill flip="none" rotWithShape="1">
            <a:gsLst>
              <a:gs pos="0">
                <a:srgbClr val="004976"/>
              </a:gs>
              <a:gs pos="93000">
                <a:srgbClr val="00497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noFill/>
              </a:ln>
              <a:solidFill>
                <a:srgbClr val="004976"/>
              </a:solidFill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454FA22-7C1A-0640-33B8-F8D7D6950E1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-12318" y="0"/>
            <a:ext cx="12204318" cy="686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8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0" r:id="rId2"/>
    <p:sldLayoutId id="2147483716" r:id="rId3"/>
    <p:sldLayoutId id="2147483717" r:id="rId4"/>
    <p:sldLayoutId id="2147483718" r:id="rId5"/>
    <p:sldLayoutId id="2147483714" r:id="rId6"/>
    <p:sldLayoutId id="214748371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7995574-366C-8770-BFB2-16E520B8484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7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40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38" r:id="rId7"/>
    <p:sldLayoutId id="2147483739" r:id="rId8"/>
    <p:sldLayoutId id="2147483740" r:id="rId9"/>
    <p:sldLayoutId id="21474837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BEE32F5-7EF0-9B50-FB6B-9749778CD37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B726F8D-1690-288A-6AAC-0829A73837C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6096000" y="90121"/>
            <a:ext cx="6775206" cy="676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A9A4EA-4AB1-BE5C-701D-A524CDF2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993C02-E9C0-4772-BDB5-706F84338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876A81-4E3C-D984-A3AB-6264A12FA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CB0DB-5A81-49DE-A633-3F0DAB94B182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938E0-2BB2-38B7-6E18-8E0106645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0AA8E3-1861-98C7-1884-BACBEC4AD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1E1CE-956E-4980-B829-91F59A1EA5B2}" type="slidenum">
              <a:rPr lang="fr-FR" smtClean="0"/>
              <a:t>‹#›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4B77CA-FB0D-88DD-F225-49765ADDA5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1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D3517-CD37-146B-8CBC-A1274F53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Mode d’emploi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0794FD-EEC0-F02F-254B-6D7C00239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1370" y="1727370"/>
            <a:ext cx="11473543" cy="487301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fr-FR" sz="2000"/>
              <a:t>Pour ouvrir une diapositive, cliquez sur « Nouvelle diapositive »</a:t>
            </a:r>
          </a:p>
          <a:p>
            <a:pPr marL="457200" indent="-457200">
              <a:buAutoNum type="arabicPeriod"/>
            </a:pPr>
            <a:endParaRPr lang="fr-FR" sz="2000"/>
          </a:p>
          <a:p>
            <a:pPr marL="457200" indent="-457200">
              <a:buAutoNum type="arabicPeriod"/>
            </a:pPr>
            <a:endParaRPr lang="fr-FR" sz="2000"/>
          </a:p>
          <a:p>
            <a:pPr marL="457200" indent="-457200">
              <a:buAutoNum type="arabicPeriod"/>
            </a:pPr>
            <a:endParaRPr lang="fr-FR" sz="2000"/>
          </a:p>
          <a:p>
            <a:pPr marL="457200" indent="-457200">
              <a:buAutoNum type="arabicPeriod"/>
            </a:pPr>
            <a:endParaRPr lang="fr-FR" sz="2000"/>
          </a:p>
          <a:p>
            <a:pPr marL="457200" indent="-457200">
              <a:buAutoNum type="arabicPeriod"/>
            </a:pPr>
            <a:r>
              <a:rPr lang="fr-FR" sz="2000"/>
              <a:t>Sélectionner la diapositive qui correspond </a:t>
            </a:r>
          </a:p>
          <a:p>
            <a:pPr marL="0" indent="0"/>
            <a:r>
              <a:rPr lang="fr-FR" sz="2000"/>
              <a:t>le mieux à votre besoin</a:t>
            </a:r>
          </a:p>
          <a:p>
            <a:pPr marL="0" indent="0"/>
            <a:endParaRPr lang="fr-FR" sz="2000"/>
          </a:p>
          <a:p>
            <a:pPr marL="0" indent="0"/>
            <a:endParaRPr lang="fr-FR" sz="2000"/>
          </a:p>
          <a:p>
            <a:pPr marL="0" indent="0"/>
            <a:endParaRPr lang="fr-FR" sz="2000"/>
          </a:p>
          <a:p>
            <a:pPr marL="0" indent="0"/>
            <a:endParaRPr lang="fr-FR" sz="2000"/>
          </a:p>
          <a:p>
            <a:pPr marL="0" indent="0"/>
            <a:r>
              <a:rPr lang="fr-FR" sz="2000"/>
              <a:t>3. La diapositive apparaît et vous pouvez modifier le texte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58DCFC-C67F-7216-8575-C4E033DC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28" y="2177143"/>
            <a:ext cx="1074289" cy="12518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2D202F3-20E4-89F6-3661-0DD5A3B2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984" y="4163878"/>
            <a:ext cx="1765832" cy="183646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0D52104-126B-4C14-EA20-2F4DE0053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843" y="3345882"/>
            <a:ext cx="4695043" cy="265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3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56D7-C49B-6792-733C-DBB4E435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4754D-1F2D-8ABD-F8B5-B0874D8F3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EE7C7-C61F-E7CE-0561-6E72E0508C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5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73995-6343-EB5A-8CEB-6DFB0287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873890-6A9E-E5E8-1C89-EABF803E3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655354"/>
      </p:ext>
    </p:extLst>
  </p:cSld>
  <p:clrMapOvr>
    <a:masterClrMapping/>
  </p:clrMapOvr>
</p:sld>
</file>

<file path=ppt/theme/theme1.xml><?xml version="1.0" encoding="utf-8"?>
<a:theme xmlns:a="http://schemas.openxmlformats.org/drawingml/2006/main" name="Fond bleu motif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ond blanc motif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ond blanc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Fond bleu emblè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Fond ble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9B58EFC990340B070E591B184F9A8" ma:contentTypeVersion="11" ma:contentTypeDescription="Crée un document." ma:contentTypeScope="" ma:versionID="9f040cbacc8244b0fa0c179d24531885">
  <xsd:schema xmlns:xsd="http://www.w3.org/2001/XMLSchema" xmlns:xs="http://www.w3.org/2001/XMLSchema" xmlns:p="http://schemas.microsoft.com/office/2006/metadata/properties" xmlns:ns2="1cb38b58-c202-43ec-b67a-7f371d2e1672" xmlns:ns3="158c5492-8504-4e4c-b555-97d7e9764bc4" targetNamespace="http://schemas.microsoft.com/office/2006/metadata/properties" ma:root="true" ma:fieldsID="b5c26b557fe67120b7220e8851f9d016" ns2:_="" ns3:_="">
    <xsd:import namespace="1cb38b58-c202-43ec-b67a-7f371d2e1672"/>
    <xsd:import namespace="158c5492-8504-4e4c-b555-97d7e9764b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b38b58-c202-43ec-b67a-7f371d2e16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02a33df2-4774-4791-9115-10cfb43853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c5492-8504-4e4c-b555-97d7e9764b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974df57-e620-4575-bcaf-0ddf92be86d5}" ma:internalName="TaxCatchAll" ma:showField="CatchAllData" ma:web="158c5492-8504-4e4c-b555-97d7e9764b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b38b58-c202-43ec-b67a-7f371d2e1672">
      <Terms xmlns="http://schemas.microsoft.com/office/infopath/2007/PartnerControls"/>
    </lcf76f155ced4ddcb4097134ff3c332f>
    <TaxCatchAll xmlns="158c5492-8504-4e4c-b555-97d7e9764bc4" xsi:nil="true"/>
  </documentManagement>
</p:properties>
</file>

<file path=customXml/itemProps1.xml><?xml version="1.0" encoding="utf-8"?>
<ds:datastoreItem xmlns:ds="http://schemas.openxmlformats.org/officeDocument/2006/customXml" ds:itemID="{48591CE1-8C1D-4A87-97BC-CB01768582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AF1315-9F42-4BDE-B7E4-3E5F488A10CE}">
  <ds:schemaRefs>
    <ds:schemaRef ds:uri="158c5492-8504-4e4c-b555-97d7e9764bc4"/>
    <ds:schemaRef ds:uri="1cb38b58-c202-43ec-b67a-7f371d2e16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0C5CE5-A3F8-4075-A1ED-7D4F84A0E9E8}">
  <ds:schemaRefs>
    <ds:schemaRef ds:uri="158c5492-8504-4e4c-b555-97d7e9764bc4"/>
    <ds:schemaRef ds:uri="1cb38b58-c202-43ec-b67a-7f371d2e167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Fond bleu motif</vt:lpstr>
      <vt:lpstr>Fond blanc motif</vt:lpstr>
      <vt:lpstr>Fond blanc</vt:lpstr>
      <vt:lpstr>Fond bleu emblème</vt:lpstr>
      <vt:lpstr>Fond bleu</vt:lpstr>
      <vt:lpstr>Mode d’emploi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Emmanita CHHAY</dc:creator>
  <cp:revision>2</cp:revision>
  <dcterms:created xsi:type="dcterms:W3CDTF">2026-06-16T10:57:21Z</dcterms:created>
  <dcterms:modified xsi:type="dcterms:W3CDTF">2026-07-09T08:54:58Z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0x010100BCF9B58EFC990340B070E591B184F9A8</vt:lpwstr>
  </property>
  <property fmtid="{D5CDD505-2E9C-101B-9397-08002B2CF9AE}" pid="3" name="MediaServiceImageTags">
    <vt:lpwstr/>
  </property>
</Properties>
</file>